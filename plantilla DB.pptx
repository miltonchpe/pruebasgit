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46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022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594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768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73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1300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858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869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126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969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8818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6034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2B689-C79E-4488-B308-F7E84411292B}" type="datetimeFigureOut">
              <a:rPr lang="es-MX" smtClean="0"/>
              <a:t>01/08/2024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09929-F1DC-424E-A745-30E95E671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03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92318" y="582200"/>
            <a:ext cx="4778062" cy="2428451"/>
          </a:xfrm>
        </p:spPr>
        <p:txBody>
          <a:bodyPr/>
          <a:lstStyle/>
          <a:p>
            <a:r>
              <a:rPr lang="es-MX" dirty="0"/>
              <a:t>UNIVERSIDAD AUTONOMA DEL ESTADO DE QUERETARO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976" y="344509"/>
            <a:ext cx="997375" cy="133726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553" y1="3125" x2="8122" y2="79688"/>
                        <a14:foregroundMark x1="11675" y1="82813" x2="49746" y2="98438"/>
                        <a14:foregroundMark x1="50254" y1="99219" x2="98985" y2="70703"/>
                        <a14:foregroundMark x1="44162" y1="72656" x2="75127" y2="51563"/>
                        <a14:foregroundMark x1="1523" y1="65625" x2="1523" y2="65625"/>
                        <a14:foregroundMark x1="40609" y1="29297" x2="63452" y2="24609"/>
                        <a14:foregroundMark x1="2030" y1="44531" x2="1523" y2="37891"/>
                        <a14:backgroundMark x1="1523" y1="72656" x2="8122" y2="85156"/>
                        <a14:backgroundMark x1="8629" y1="86328" x2="35533" y2="99609"/>
                        <a14:backgroundMark x1="8122" y1="83984" x2="15736" y2="88672"/>
                        <a14:backgroundMark x1="38579" y1="99219" x2="508" y2="99219"/>
                        <a14:backgroundMark x1="508" y1="72266" x2="508" y2="99219"/>
                        <a14:backgroundMark x1="58883" y1="99219" x2="99492" y2="91016"/>
                        <a14:backgroundMark x1="69543" y1="96875" x2="98985" y2="82031"/>
                        <a14:backgroundMark x1="86294" y1="88281" x2="99492" y2="74609"/>
                        <a14:backgroundMark x1="98477" y1="72656" x2="98477" y2="72656"/>
                        <a14:backgroundMark x1="11168" y1="43359" x2="11168" y2="433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865" y="353102"/>
            <a:ext cx="1022453" cy="132867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4966188" y="2133716"/>
            <a:ext cx="132299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MX" dirty="0"/>
              <a:t>Expedientes</a:t>
            </a:r>
          </a:p>
          <a:p>
            <a:pPr algn="ctr"/>
            <a:r>
              <a:rPr lang="es-MX" dirty="0"/>
              <a:t>325826</a:t>
            </a:r>
          </a:p>
          <a:p>
            <a:pPr algn="ctr"/>
            <a:r>
              <a:rPr lang="es-MX" dirty="0"/>
              <a:t>325820</a:t>
            </a:r>
          </a:p>
          <a:p>
            <a:pPr algn="ctr"/>
            <a:r>
              <a:rPr lang="es-MX" dirty="0"/>
              <a:t>296127</a:t>
            </a:r>
          </a:p>
          <a:p>
            <a:pPr algn="ctr"/>
            <a:r>
              <a:rPr lang="es-MX" dirty="0"/>
              <a:t>296622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084020" y="5375428"/>
            <a:ext cx="53946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dirty="0"/>
              <a:t>Base de</a:t>
            </a:r>
          </a:p>
          <a:p>
            <a:pPr algn="ctr"/>
            <a:r>
              <a:rPr lang="es-MX" sz="3200" dirty="0"/>
              <a:t>datos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978081" y="1497106"/>
            <a:ext cx="3816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MX" dirty="0"/>
              <a:t>Grupo 36 “INGENIERIA EN SOFTWARE”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9891F62-2BB8-286C-8A86-F164A39209D7}"/>
              </a:ext>
            </a:extLst>
          </p:cNvPr>
          <p:cNvSpPr/>
          <p:nvPr/>
        </p:nvSpPr>
        <p:spPr>
          <a:xfrm>
            <a:off x="616882" y="2432703"/>
            <a:ext cx="29141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Carlo Zaid Aguilar Mendoza</a:t>
            </a:r>
          </a:p>
          <a:p>
            <a:r>
              <a:rPr lang="es-MX" dirty="0"/>
              <a:t>Gerardo González Beltrán</a:t>
            </a:r>
          </a:p>
          <a:p>
            <a:r>
              <a:rPr lang="es-MX" dirty="0"/>
              <a:t>Monserrat Jaime Del Carmen</a:t>
            </a:r>
          </a:p>
          <a:p>
            <a:r>
              <a:rPr lang="es-MX" dirty="0" err="1"/>
              <a:t>Adrian</a:t>
            </a:r>
            <a:r>
              <a:rPr lang="es-MX" dirty="0"/>
              <a:t> Eduardo Olvera Paris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6955D71-5607-2416-0A73-88F0597F68DD}"/>
              </a:ext>
            </a:extLst>
          </p:cNvPr>
          <p:cNvSpPr/>
          <p:nvPr/>
        </p:nvSpPr>
        <p:spPr>
          <a:xfrm>
            <a:off x="1410938" y="2133716"/>
            <a:ext cx="104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MX" dirty="0"/>
              <a:t>Nombres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38F293E-7610-916E-2E78-2904188162E6}"/>
              </a:ext>
            </a:extLst>
          </p:cNvPr>
          <p:cNvSpPr/>
          <p:nvPr/>
        </p:nvSpPr>
        <p:spPr>
          <a:xfrm>
            <a:off x="2881903" y="6519641"/>
            <a:ext cx="1798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MX" dirty="0"/>
              <a:t>Actividad 1 SGBD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494A739-FDB9-2BDC-0893-BA930093B2F5}"/>
              </a:ext>
            </a:extLst>
          </p:cNvPr>
          <p:cNvSpPr/>
          <p:nvPr/>
        </p:nvSpPr>
        <p:spPr>
          <a:xfrm>
            <a:off x="3236022" y="1866438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MX" dirty="0"/>
              <a:t>01/08/2024</a:t>
            </a:r>
          </a:p>
        </p:txBody>
      </p:sp>
    </p:spTree>
    <p:extLst>
      <p:ext uri="{BB962C8B-B14F-4D97-AF65-F5344CB8AC3E}">
        <p14:creationId xmlns:p14="http://schemas.microsoft.com/office/powerpoint/2010/main" val="4005784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41</Words>
  <Application>Microsoft Office PowerPoint</Application>
  <PresentationFormat>Personalizado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carlo aguilar</cp:lastModifiedBy>
  <cp:revision>15</cp:revision>
  <dcterms:created xsi:type="dcterms:W3CDTF">2023-08-02T04:29:51Z</dcterms:created>
  <dcterms:modified xsi:type="dcterms:W3CDTF">2024-08-02T00:23:30Z</dcterms:modified>
</cp:coreProperties>
</file>